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IMPACT PARTNERSHIP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Tata Consultancy Services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Sector: EDUCATION   |   Geography: Maharashtra   |   Budget: ₹20.0L – ₹50.0L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Proposed Initiatives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5 initiatives selected based on EDUCATION alignment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Budget Gap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Program — Vidarbha Villages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68/100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Digital Literacy for Rural Women — Maharashtra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56/100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₹10.0L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India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Remedial Education Centres — Learning Recovery Post-COVID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97706"/>
                          </a:solidFill>
                        </a:rPr>
                        <a:t>50/100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₹12.0L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Project Vidya: Digital Literacy  and Bridge Learning for Rural Youth 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49/100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₹10.0L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India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Mobile Health Clinics — Tribal Districts of 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</a:rPr>
                        <a:t>32/100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₹45.0L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Odisha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Program — Vidarbha Villages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68/100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Maharashtra, Wardha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500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0/2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strongly aligns with the donor's EDUCATION sector and Maharashtra geography requirements, achieving perfect and high scores respectively. However, the initiative's budget score of 53/100 suggests it may fall outside the Rs 20.0L to Rs 50.0L range specified by the donor.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Geography Match: 80/100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Budget Fit: 53/100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KPI Alignment: 50/100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Digital Literacy for Rural Women — Maharashtra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56/100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India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aligns with the donor's EDUCATION sector and Maharashtra geography requirement. However, its overall budget score of 35/100 indicates it likely falls outside the Rs 20.0L to Rs 50.0L budget range, and the geography score of 30/100 suggests limited reach within Maharashtra.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35/100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</a:rPr>
              <a:t>KPI Alignment: 50/100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Remedial Education Centres — Learning Recovery Post-COVID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50/100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Uttar Pradesh, Bahraich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600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₹12.0L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strongly aligns with the EDUCATION sector requirement, demonstrated by its perfect Sector score of 100/100. However, it falls short of the Maharashtra geography requirement, indicated by a Geography score of only 30/100, and its budget of Rs. 40.0L (implied by the 42/100 Budget score) is within the Rs. 20.0L to Rs. 50.0L range, but the geographical mismatch is significant.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42/100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 Project Vidya: Digital Literacy  and Bridge Learning for Rural Youth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49/100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EDUCATION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India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₹10.0L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This initiative precisely matches the EDUCATION sector requirement and falls within the Rs 20.0L to Rs 50.0L budget range, with a budget score of 35/100 indicating it's within the specified limits. However, the Geography score of 30/100 suggests it likely does not target Maharashtra specifically, failing that crucial geographic criterion.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Sector Alignment: 100/100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Budget Fit: 35/100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Mobile Health Clinics — Tribal Districts of Odisha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9611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Match Score: 32/100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Initiative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Sector: HEALTHCARE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Geography: Odisha, Koraput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Target Beneficiaries: 15,000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Budget Required: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Funding Gap: ₹45.0L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Milestones Completed: 0/0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SDG Tags: SDG3, SDG10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Why This Match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Partial alignment with overall score 32/100.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Score Breakdown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Sector Alignment: 0/100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Geography Match: 30/100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Budget Fit: 100/100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KPI Alignment: 0/100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Track Record: 40/100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1.  Review proposed initiatives and shortlist preferred partners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2.  Schedule site visits to verify ground operations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3.  Execute CSR partnership agreement and disbursement schedule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4.  Receive quarterly progress reports and verified evidence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dirty="0">
                <a:solidFill>
                  <a:srgbClr val="1E293B"/>
                </a:solidFill>
              </a:rPr>
              <a:t>5.  Review impact outcomes at milestone completion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 rot="-2100000">
            <a:off x="914400" y="13716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BD5E1">
                    <a:alpha val="25000"/>
                  </a:srgbClr>
                </a:solidFill>
              </a:rPr>
              <a:t>DRAFT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Impact Partnership Proposal — Tata Consultancy Services</dc:subject>
  <dc:creator>NGO Impact Platform</dc:creator>
  <cp:lastModifiedBy>NGO Impact Platform</cp:lastModifiedBy>
  <cp:revision>1</cp:revision>
  <dcterms:created xsi:type="dcterms:W3CDTF">2026-04-01T11:53:59Z</dcterms:created>
  <dcterms:modified xsi:type="dcterms:W3CDTF">2026-04-01T11:53:59Z</dcterms:modified>
</cp:coreProperties>
</file>