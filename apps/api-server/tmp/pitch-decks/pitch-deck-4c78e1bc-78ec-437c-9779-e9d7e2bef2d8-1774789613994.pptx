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4E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</a:rPr>
              <a:t>IMPACT PARTNERSHIP PROPOSAL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Tata Consultancy Services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Sector: EDUCATION   |   Geography: Maharashtra   |   Budget: ₹35.0L – ₹50.0L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 rot="-2100000"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CBD5E1">
                    <a:alpha val="25000"/>
                  </a:srgbClr>
                </a:solidFill>
              </a:rPr>
              <a:t>DRAFT</a:t>
            </a:r>
            <a:endParaRPr lang="en-US" sz="6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</a:rPr>
              <a:t>Proposed Initiatives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5 initiatives selected based on EDUCATION alignment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4114800"/>
        </p:xfrm>
        <a:graphic>
          <a:graphicData uri="http://schemas.openxmlformats.org/drawingml/2006/table">
            <a:tbl>
              <a:tblPr/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Initiative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Budget Gap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Geography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Digital Literacy Program — Vidarbha Villages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97706"/>
                          </a:solidFill>
                        </a:rPr>
                        <a:t>71/100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₹15.0L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Maharashtra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Remedial Education Centres — Learning Recovery Post-COVID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C2626"/>
                          </a:solidFill>
                        </a:rPr>
                        <a:t>46/100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₹12.0L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Uttar Pradesh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Digital Literacy for Rural Women — Maharashtra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C2626"/>
                          </a:solidFill>
                        </a:rPr>
                        <a:t>46/100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₹10.0L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India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Mobile Health Clinics — Tribal Districts of Odisha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C2626"/>
                          </a:solidFill>
                        </a:rPr>
                        <a:t>32/100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₹45.0L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Odisha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Solar Microgrids — Off-Grid Rural Electrification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C2626"/>
                          </a:solidFill>
                        </a:rPr>
                        <a:t>26/100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₹55.0L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Bihar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 rot="-2100000"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CBD5E1">
                    <a:alpha val="25000"/>
                  </a:srgbClr>
                </a:solidFill>
              </a:rPr>
              <a:t>DRAFT</a:t>
            </a:r>
            <a:endParaRPr lang="en-US" sz="6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Digital Literacy Program — Vidarbha Villages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961120" y="1828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Match Score: 71/100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ED8"/>
                </a:solidFill>
              </a:rPr>
              <a:t>Initiative Overview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Sector: EDUCATION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Geography: Maharashtra, Wardha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Target Beneficiaries: 500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Budget Required: ₹15.0L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Funding Gap: ₹15.0L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Milestones Completed: 0/2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SDG Tags: SDG4, SDG10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0" y="10972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ED8"/>
                </a:solidFill>
              </a:rPr>
              <a:t>Why This Match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0" y="1508760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This initiative perfectly aligns with the donor's focus on the EDUCATION sector and Maharashtra, evidenced by sector and geography scores of 100/100 and 80/100 respectively; however, it doesn't meet the budget requirement because the initiative's budget falls outside the specified Rs 35.0L to Rs 50.0L range, reflected in a budget score of 30/100.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0" y="32918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Score Breakdown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0" y="36118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59669"/>
                </a:solidFill>
              </a:rPr>
              <a:t>Sector Alignment: 100/100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0" y="3977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59669"/>
                </a:solidFill>
              </a:rPr>
              <a:t>Geography Match: 80/100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0" y="43434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</a:rPr>
              <a:t>Budget Fit: 30/100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0" y="4709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59669"/>
                </a:solidFill>
              </a:rPr>
              <a:t>KPI Alignment: 100/100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0" y="5074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</a:rPr>
              <a:t>Track Record: 0/100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 rot="-2100000"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CBD5E1">
                    <a:alpha val="25000"/>
                  </a:srgbClr>
                </a:solidFill>
              </a:rPr>
              <a:t>DRAFT</a:t>
            </a:r>
            <a:endParaRPr lang="en-US" sz="6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Remedial Education Centres — Learning Recovery Post-COVID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961120" y="1828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Match Score: 46/100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ED8"/>
                </a:solidFill>
              </a:rPr>
              <a:t>Initiative Overview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Sector: EDUCATION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Geography: Uttar Pradesh, Bahraich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Target Beneficiaries: 600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Budget Required: ₹12.0L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Funding Gap: ₹12.0L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Milestones Completed: 0/0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SDG Tags: SDG4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0" y="10972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ED8"/>
                </a:solidFill>
              </a:rPr>
              <a:t>Why This Match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0" y="1508760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This initiative perfectly aligns with the donor's EDUCATION sector requirement, scoring 100/100 in that category, but the Geography score of 30/100 and Budget score of 24/100 indicate a mismatch in the targeted location and requested funding amount respectively.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0" y="32918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Score Breakdown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0" y="36118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59669"/>
                </a:solidFill>
              </a:rPr>
              <a:t>Sector Alignment: 100/100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0" y="3977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</a:rPr>
              <a:t>Geography Match: 30/100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0" y="43434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</a:rPr>
              <a:t>Budget Fit: 24/100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0" y="4709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</a:rPr>
              <a:t>KPI Alignment: 0/100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0" y="5074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</a:rPr>
              <a:t>Track Record: 40/100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 rot="-2100000"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CBD5E1">
                    <a:alpha val="25000"/>
                  </a:srgbClr>
                </a:solidFill>
              </a:rPr>
              <a:t>DRAFT</a:t>
            </a:r>
            <a:endParaRPr lang="en-US" sz="6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Digital Literacy for Rural Women — Maharashtra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961120" y="1828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Match Score: 46/100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ED8"/>
                </a:solidFill>
              </a:rPr>
              <a:t>Initiative Overview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Sector: EDUCATION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Geography: India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Target Beneficiaries: 100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Budget Required: ₹10.0L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Funding Gap: ₹10.0L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Milestones Completed: 0/0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SDG Tags: SDG4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0" y="10972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ED8"/>
                </a:solidFill>
              </a:rPr>
              <a:t>Why This Match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0" y="1508760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This initiative aligns with the donor's EDUCATION sector requirement as reflected in the perfect sector score (100/100). However, it does not fully align because the low geography (30/100) and budget scores (20/100) indicate a mismatch in location and proposed budget range.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0" y="32918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Score Breakdown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0" y="36118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59669"/>
                </a:solidFill>
              </a:rPr>
              <a:t>Sector Alignment: 100/100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0" y="3977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</a:rPr>
              <a:t>Geography Match: 30/100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0" y="43434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</a:rPr>
              <a:t>Budget Fit: 20/100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0" y="4709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</a:rPr>
              <a:t>KPI Alignment: 0/100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0" y="5074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</a:rPr>
              <a:t>Track Record: 40/100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 rot="-2100000"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CBD5E1">
                    <a:alpha val="25000"/>
                  </a:srgbClr>
                </a:solidFill>
              </a:rPr>
              <a:t>DRAFT</a:t>
            </a:r>
            <a:endParaRPr lang="en-US" sz="6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Mobile Health Clinics — Tribal Districts of Odisha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961120" y="1828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Match Score: 32/100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ED8"/>
                </a:solidFill>
              </a:rPr>
              <a:t>Initiative Overview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Sector: HEALTHCARE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Geography: Odisha, Koraput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Target Beneficiaries: 15,000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Budget Required: ₹45.0L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Funding Gap: ₹45.0L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Milestones Completed: 0/0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SDG Tags: SDG3, SDG10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0" y="10972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ED8"/>
                </a:solidFill>
              </a:rPr>
              <a:t>Why This Match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0" y="1508760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This initiative does not align with the donor's requirements because it focuses on the HEALTH sector (Sector score: 0/100) in Odisha, not the EDUCATION sector in Maharashtra (Geography score: 30/100). Although the budget falls within range (Budget score: 100/100), the sector and location mismatches render it unsuitable.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0" y="32918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Score Breakdown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0" y="36118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</a:rPr>
              <a:t>Sector Alignment: 0/100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0" y="3977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</a:rPr>
              <a:t>Geography Match: 30/100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0" y="43434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59669"/>
                </a:solidFill>
              </a:rPr>
              <a:t>Budget Fit: 100/100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0" y="4709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</a:rPr>
              <a:t>KPI Alignment: 0/100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0" y="5074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</a:rPr>
              <a:t>Track Record: 40/100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 rot="-2100000"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CBD5E1">
                    <a:alpha val="25000"/>
                  </a:srgbClr>
                </a:solidFill>
              </a:rPr>
              <a:t>DRAFT</a:t>
            </a:r>
            <a:endParaRPr lang="en-US" sz="6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Solar Microgrids — Off-Grid Rural Electrification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961120" y="1828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Match Score: 26/100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ED8"/>
                </a:solidFill>
              </a:rPr>
              <a:t>Initiative Overview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Sector: ENVIRONMENT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Geography: Bihar, Araria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Target Beneficiaries: 3,000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Budget Required: ₹55.0L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Funding Gap: ₹55.0L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Milestones Completed: 0/0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SDG Tags: SDG7, SDG13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0" y="10972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ED8"/>
                </a:solidFill>
              </a:rPr>
              <a:t>Why This Match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0" y="1508760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This initiative does not match the donor requirement as the sector score is 0/100, indicating it does not focus on education. While the geography score of 30/100 suggests some relevance to Maharashtra and the budget score of 73/100 indicates a budget within range, the lack of focus on education makes it a poor fit.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0" y="32918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Score Breakdown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0" y="36118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</a:rPr>
              <a:t>Sector Alignment: 0/100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0" y="3977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</a:rPr>
              <a:t>Geography Match: 30/100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0" y="43434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7706"/>
                </a:solidFill>
              </a:rPr>
              <a:t>Budget Fit: 73/100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0" y="4709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</a:rPr>
              <a:t>KPI Alignment: 0/100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0" y="5074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</a:rPr>
              <a:t>Track Record: 40/100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 rot="-2100000"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CBD5E1">
                    <a:alpha val="25000"/>
                  </a:srgbClr>
                </a:solidFill>
              </a:rPr>
              <a:t>DRAFT</a:t>
            </a:r>
            <a:endParaRPr lang="en-US" sz="6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93B"/>
                </a:solidFill>
              </a:rPr>
              <a:t>Next Steps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371600" y="1371600"/>
            <a:ext cx="91440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80000"/>
              </a:lnSpc>
              <a:buNone/>
            </a:pPr>
            <a:r>
              <a:rPr lang="en-US" sz="1400" dirty="0">
                <a:solidFill>
                  <a:srgbClr val="1E293B"/>
                </a:solidFill>
              </a:rPr>
              <a:t>1.  Review proposed initiatives and shortlist preferred partners</a:t>
            </a:r>
            <a:endParaRPr lang="en-US" sz="1400" dirty="0"/>
          </a:p>
          <a:p>
            <a:pPr indent="0" marL="0">
              <a:lnSpc>
                <a:spcPct val="180000"/>
              </a:lnSpc>
              <a:buNone/>
            </a:pPr>
            <a:endParaRPr lang="en-US" sz="14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400" dirty="0">
                <a:solidFill>
                  <a:srgbClr val="1E293B"/>
                </a:solidFill>
              </a:rPr>
              <a:t>2.  Schedule site visits to verify ground operations</a:t>
            </a:r>
            <a:endParaRPr lang="en-US" sz="1400" dirty="0"/>
          </a:p>
          <a:p>
            <a:pPr indent="0" marL="0">
              <a:lnSpc>
                <a:spcPct val="180000"/>
              </a:lnSpc>
              <a:buNone/>
            </a:pPr>
            <a:endParaRPr lang="en-US" sz="14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400" dirty="0">
                <a:solidFill>
                  <a:srgbClr val="1E293B"/>
                </a:solidFill>
              </a:rPr>
              <a:t>3.  Execute CSR partnership agreement and disbursement schedule</a:t>
            </a:r>
            <a:endParaRPr lang="en-US" sz="1400" dirty="0"/>
          </a:p>
          <a:p>
            <a:pPr indent="0" marL="0">
              <a:lnSpc>
                <a:spcPct val="180000"/>
              </a:lnSpc>
              <a:buNone/>
            </a:pPr>
            <a:endParaRPr lang="en-US" sz="14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400" dirty="0">
                <a:solidFill>
                  <a:srgbClr val="1E293B"/>
                </a:solidFill>
              </a:rPr>
              <a:t>4.  Receive quarterly progress reports and verified evidence</a:t>
            </a:r>
            <a:endParaRPr lang="en-US" sz="1400" dirty="0"/>
          </a:p>
          <a:p>
            <a:pPr indent="0" marL="0">
              <a:lnSpc>
                <a:spcPct val="180000"/>
              </a:lnSpc>
              <a:buNone/>
            </a:pPr>
            <a:endParaRPr lang="en-US" sz="14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400" dirty="0">
                <a:solidFill>
                  <a:srgbClr val="1E293B"/>
                </a:solidFill>
              </a:rPr>
              <a:t>5.  Review impact outcomes at milestone completion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 rot="-2100000"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CBD5E1">
                    <a:alpha val="25000"/>
                  </a:srgbClr>
                </a:solidFill>
              </a:rPr>
              <a:t>DRAFT</a:t>
            </a:r>
            <a:endParaRPr lang="en-US" sz="6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Impact Partnership Proposal — Tata Consultancy Services</dc:subject>
  <dc:creator>NGO Impact Platform</dc:creator>
  <cp:lastModifiedBy>NGO Impact Platform</cp:lastModifiedBy>
  <cp:revision>1</cp:revision>
  <dcterms:created xsi:type="dcterms:W3CDTF">2026-03-29T13:06:53Z</dcterms:created>
  <dcterms:modified xsi:type="dcterms:W3CDTF">2026-03-29T13:06:53Z</dcterms:modified>
</cp:coreProperties>
</file>